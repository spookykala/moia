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ExtraBold" panose="020B0604020202020204" charset="0"/>
      <p:bold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  <p:embeddedFont>
      <p:font typeface="JetBrains Mono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92B69D-D29B-4756-83D8-8A54A1738AA2}">
  <a:tblStyle styleId="{D292B69D-D29B-4756-83D8-8A54A1738A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12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1450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Обслуживание систем охлаждения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8140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От классического воздуха до продвинутых водяных систем: регламент, нюансы и эффективность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943475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891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Курс: Техническое обслуживание ПК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5484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5275" y="32575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Баланс температур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608165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Почему своевременное ТО критически важно для производительности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2206"/>
            <a:ext cx="52387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12206"/>
            <a:ext cx="52387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62275" y="280273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50582" y="3679031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Воздушное охлаждение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41457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Простота конструкции, высокая надежность, легкая замена вентиляторов. Основной враг — пылевое загрязнение радиаторов.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29675" y="2802731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660832" y="3679031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Жидкостное (СЖО)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72275" y="4145756"/>
            <a:ext cx="4457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Максимальная эффективность, тишина, эстетика. Требует контроля помпы, герметичности и отсутствия коррозии в контуре.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Типы систем: Воздух vs Вода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71500" y="1528911"/>
            <a:ext cx="11049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12181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79181"/>
            <a:ext cx="52387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2536031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Замена термопасты: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ключевой этап любого ТО. Со временем паста теряет эластичность и теплопроводность.</a:t>
            </a:r>
            <a:endParaRPr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221706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47725" y="354568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52500" y="3545681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Очистка изопропиловым спиртом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7725" y="3974306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3974306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Нанесение тонким, равномерным слоем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7725" y="440293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4402931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Выбор качественных составов (8.5+ Вт/мК)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09625" y="5222081"/>
            <a:ext cx="4810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Закон охлаждения Ньютона: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545931"/>
            <a:ext cx="481012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Термоинтерфейс (TIM)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1528911"/>
            <a:ext cx="11049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5068"/>
            <a:ext cx="34924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55068"/>
            <a:ext cx="3492549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455068"/>
            <a:ext cx="34924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94241" y="3636168"/>
            <a:ext cx="28469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Продувка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4102893"/>
            <a:ext cx="27113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Удаление основной массы пыли сжатым воздухом или баллоном.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72388" y="3636168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Промывка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740175" y="4102893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Полная промывка радиатора (без вентиляторов) под водой при сильных загрязнениях.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50691" y="3636168"/>
            <a:ext cx="28469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Смазка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518475" y="4102893"/>
            <a:ext cx="2711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Обслуживание подшипников вентиляторов (если конструкция позволяет).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0525" y="289321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89321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400" y="2893218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Этапы чистки воздуха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1528911"/>
            <a:ext cx="11049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1169193"/>
            <a:ext cx="52006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Обслуживание СЖО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255043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Радиаторы СЖО имеют более плотное оребрение, что делает их крайне чувствительными к пыли. Слой пыли в 2мм может снизить эффективность на 40%.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3731418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Важные моменты: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47725" y="431244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52500" y="4312443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Контроль образования пузырьков воздуха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47725" y="474106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4741068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Проверка шлангов на перегибы и микротрещины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47725" y="545544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52500" y="5455443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Мониторинг оборотов помпы в BIOS</a:t>
            </a:r>
            <a:endParaRPr/>
          </a:p>
        </p:txBody>
      </p:sp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DB466833-6737-15C7-5E52-40EA1DAF0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050833" y="1569042"/>
            <a:ext cx="6858001" cy="37199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3264693"/>
            <a:ext cx="52387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0" i="0" u="none" strike="noStrike" cap="none">
                <a:solidFill>
                  <a:srgbClr val="0891B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+15°C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4693443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Средний рост температуры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81750" y="288235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Влияние на систему: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381750" y="3291929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Троттлинг: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Снижение тактовой частоты CPU/GPU для защиты от перегрева.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81750" y="4053929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Шум: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Вентиляторы работают на максимальных оборотах, сокращая свой ресурс.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81750" y="4815929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Деградация: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Постоянный нагрев выше 85°C ускоряет износ кремниевых структур.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Последствия загрязнения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528911"/>
            <a:ext cx="11049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20"/>
          <p:cNvGraphicFramePr/>
          <p:nvPr/>
        </p:nvGraphicFramePr>
        <p:xfrm>
          <a:off x="571500" y="265985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{D292B69D-D29B-4756-83D8-8A54A1738AA2}</a:tableStyleId>
              </a:tblPr>
              <a:tblGrid>
                <a:gridCol w="284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Параметр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Воздушное (Air)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AIO (Замкнутая СЖО)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 Loop (Кастом)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Частота чистки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 в 6-12 месяцев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 в год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 в 6 месяцев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Риск протечки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Отсутствует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Минимальный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Требует навыков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Сложность замены TIM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Низкая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Средняя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Высокая (слив жидкости)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Доп. операции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Чистка фанов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Проверка помпы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Замена хладагента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" name="Google Shape;183;p20"/>
          <p:cNvSpPr/>
          <p:nvPr/>
        </p:nvSpPr>
        <p:spPr>
          <a:xfrm>
            <a:off x="571500" y="3221831"/>
            <a:ext cx="2841128" cy="190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412628" y="3221831"/>
            <a:ext cx="2424410" cy="190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37039" y="3221831"/>
            <a:ext cx="2727424" cy="190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8564463" y="3221831"/>
            <a:ext cx="3056036" cy="190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3817143"/>
            <a:ext cx="2841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412628" y="3817143"/>
            <a:ext cx="24244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837039" y="3817143"/>
            <a:ext cx="2727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8564463" y="3817143"/>
            <a:ext cx="3056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71500" y="4398168"/>
            <a:ext cx="2841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412628" y="4398168"/>
            <a:ext cx="24244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837039" y="4398168"/>
            <a:ext cx="2727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8564463" y="4398168"/>
            <a:ext cx="3056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71500" y="4979193"/>
            <a:ext cx="2841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412628" y="4979193"/>
            <a:ext cx="24244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837039" y="4979193"/>
            <a:ext cx="2727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8564463" y="4979193"/>
            <a:ext cx="3056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1500" y="5560218"/>
            <a:ext cx="2841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412628" y="5560218"/>
            <a:ext cx="24244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837039" y="5560218"/>
            <a:ext cx="2727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564463" y="5560218"/>
            <a:ext cx="3056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Сравнение сложности ТО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1528911"/>
            <a:ext cx="11049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9500" y="2997993"/>
            <a:ext cx="800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9500" y="3569493"/>
            <a:ext cx="800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9500" y="4140993"/>
            <a:ext cx="800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9500" y="2997993"/>
            <a:ext cx="76009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19500" y="3569493"/>
            <a:ext cx="656079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19500" y="4140993"/>
            <a:ext cx="544056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4807743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Данные для Intel Core i9 при стресс-тесте Cinebench R23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3093243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До обслуживания (Dusty)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3664743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Только продувка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71500" y="4236243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Полное ТО (Чистка + TIM)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Эффективность чистки и замены TIM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71500" y="1528911"/>
            <a:ext cx="11049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571500" y="3655218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1577280" y="346471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10733" y="4093368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Ежемесячно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4531518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Визуальный осмотр фильтров корпуса.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4449960" y="346471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3383413" y="4093368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6 месяцев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3444180" y="4531518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Продувка сжатым воздухом радиаторов.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7322641" y="346471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6256094" y="4093368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1 год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316860" y="4531518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Замена термопасты и чистка вентиляторов.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10195321" y="346471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9128774" y="4093368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2 года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9189541" y="4531518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Замена хладагента в кастомных СЖО.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Регламент обслуживания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71500" y="1528911"/>
            <a:ext cx="11049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295275" y="2580233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Эстетика и мощь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809750" y="3551783"/>
            <a:ext cx="85725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Правильное обслуживание систем охлаждения не только защищает компоненты, но и позволяет вашей системе работать на пределе своих возможностей без лишнего шума.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Широкоэкранный</PresentationFormat>
  <Paragraphs>79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Inter SemiBold</vt:lpstr>
      <vt:lpstr>Calibri</vt:lpstr>
      <vt:lpstr>Inter</vt:lpstr>
      <vt:lpstr>Inter ExtraBold</vt:lpstr>
      <vt:lpstr>Arial</vt:lpstr>
      <vt:lpstr>JetBrains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aye</cp:lastModifiedBy>
  <cp:revision>1</cp:revision>
  <dcterms:modified xsi:type="dcterms:W3CDTF">2026-05-14T22:19:39Z</dcterms:modified>
</cp:coreProperties>
</file>