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Montserrat" panose="020F0502020204030204" pitchFamily="2" charset="-52"/>
      <p:regular r:id="rId14"/>
      <p:bold r:id="rId15"/>
      <p:italic r:id="rId16"/>
      <p:boldItalic r:id="rId17"/>
    </p:embeddedFont>
    <p:embeddedFont>
      <p:font typeface="Oswald" panose="020F0502020204030204" pitchFamily="2" charset="-52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28D8F3-A281-4483-9B36-C196F31B51EA}">
  <a:tblStyle styleId="{2A28D8F3-A281-4483-9B36-C196F31B51E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28750" y="1754534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PC HARDWARE SERIES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95387" y="2211734"/>
            <a:ext cx="9801225" cy="22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97316"/>
                </a:solidFill>
                <a:latin typeface="Oswald"/>
                <a:ea typeface="Oswald"/>
                <a:cs typeface="Oswald"/>
                <a:sym typeface="Oswald"/>
              </a:rPr>
              <a:t>РЕМОНТ И ВОССТАНОВЛЕНИЕ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БЛОКОВ ПИТАНИЯ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428750" y="4745384"/>
            <a:ext cx="93345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Техническая диагностика, пайка и техника безопасности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09700"/>
            <a:ext cx="110490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95350" y="1981200"/>
            <a:ext cx="10401300" cy="22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ВНИМАНИЕ: ВЫСОКОЕ НАПРЯЖЕНИЕ!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143000" y="4419600"/>
            <a:ext cx="9906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Заряд в высоковольтных конденсаторах сохраняется до 24 часов после отключения.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0775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90775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90775"/>
            <a:ext cx="3492549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62000" y="571500"/>
            <a:ext cx="114014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АНАТОМИЯ ИМПУЛЬСНОГО БП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71500" y="571500"/>
            <a:ext cx="76200" cy="6762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860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66775" y="3257550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ВХОДНОЙ ФИЛЬТР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66775" y="3705225"/>
            <a:ext cx="2901999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Защищает сеть от помех БП и наоборот. Состоит из дросселей, X/Y-конденсаторов и варисторов.</a:t>
            </a:r>
            <a:endParaRPr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6860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4645074" y="3257550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ШИМ-КОНТРОЛЛЕР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45074" y="3705225"/>
            <a:ext cx="290199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«Мозг» блока питания. Управляет силовыми ключами для стабилизации выходного напряжения.</a:t>
            </a:r>
            <a:endParaRPr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6860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423374" y="3257550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ТРАНСФОРМАТОР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23374" y="3705225"/>
            <a:ext cx="290199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Осуществляет гальваническую развязку и преобразование высокого напряжения в низкое.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526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62000" y="571500"/>
            <a:ext cx="114014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ИНСТРУМЕНТЫ ДИАГНОСТИКИ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571500"/>
            <a:ext cx="76200" cy="6762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2225" y="2090737"/>
            <a:ext cx="52101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2719387"/>
            <a:ext cx="52863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Мультиметр: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проверка напряжений и прозвонка диодов.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3443287"/>
            <a:ext cx="52863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Осциллограф: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контроль пульсаций и работы ШИМ.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4167187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ESR-метр: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проверка здоровья электролитов.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4624387"/>
            <a:ext cx="52863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Лампа накаливания: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безопасный первый запуск (последовательно).</a:t>
            </a:r>
            <a:endParaRPr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527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766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005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577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762000" y="571500"/>
            <a:ext cx="114014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ДОПУСКИ НАПРЯЖЕНИЙ (ATX)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71500" y="571500"/>
            <a:ext cx="76200" cy="6762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17"/>
          <p:cNvGraphicFramePr/>
          <p:nvPr>
            <p:extLst>
              <p:ext uri="{D42A27DB-BD31-4B8C-83A1-F6EECF244321}">
                <p14:modId xmlns:p14="http://schemas.microsoft.com/office/powerpoint/2010/main" val="1673187932"/>
              </p:ext>
            </p:extLst>
          </p:nvPr>
        </p:nvGraphicFramePr>
        <p:xfrm>
          <a:off x="571500" y="2576512"/>
          <a:ext cx="11048975" cy="2762250"/>
        </p:xfrm>
        <a:graphic>
          <a:graphicData uri="http://schemas.openxmlformats.org/drawingml/2006/table">
            <a:tbl>
              <a:tblPr firstRow="1" bandRow="1">
                <a:noFill/>
                <a:tableStyleId>{2A28D8F3-A281-4483-9B36-C196F31B51EA}</a:tableStyleId>
              </a:tblPr>
              <a:tblGrid>
                <a:gridCol w="190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Линия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Номинал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Допуск (-/+)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Мин / Макс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+12V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12.00 В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5%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11.40 В / 12.60 В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+5V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5.00 В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5%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4.75 В / 5.25 В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+3.3V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3.30 В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3.14 В / 3.47 В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-12V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12.00 В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10.80 В / 13.20 В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0" name="Google Shape;140;p17"/>
          <p:cNvSpPr/>
          <p:nvPr/>
        </p:nvSpPr>
        <p:spPr>
          <a:xfrm>
            <a:off x="571500" y="3638550"/>
            <a:ext cx="190738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478881" y="3638550"/>
            <a:ext cx="22794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4758332" y="3638550"/>
            <a:ext cx="260523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7363569" y="3638550"/>
            <a:ext cx="42569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71500" y="4200525"/>
            <a:ext cx="190738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2478881" y="4200525"/>
            <a:ext cx="22794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4758332" y="4200525"/>
            <a:ext cx="260523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363569" y="4200525"/>
            <a:ext cx="42569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4762500"/>
            <a:ext cx="190738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2478881" y="4762500"/>
            <a:ext cx="22794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4758332" y="4762500"/>
            <a:ext cx="260523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7363569" y="4762500"/>
            <a:ext cx="42569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1500" y="5324475"/>
            <a:ext cx="190738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478881" y="5324475"/>
            <a:ext cx="22794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4758332" y="5324475"/>
            <a:ext cx="260523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363569" y="5324475"/>
            <a:ext cx="42569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62000" y="571500"/>
            <a:ext cx="114014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ВРАГ №1: КОНДЕНСАТОРЫ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571500"/>
            <a:ext cx="76200" cy="6762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2967037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0" u="none" strike="noStrike" cap="none">
                <a:solidFill>
                  <a:srgbClr val="F97316"/>
                </a:solidFill>
                <a:latin typeface="Oswald"/>
                <a:ea typeface="Oswald"/>
                <a:cs typeface="Oswald"/>
                <a:sym typeface="Oswald"/>
              </a:rPr>
              <a:t>80%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4491037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ПОЛОМОК БП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334125" y="3062287"/>
            <a:ext cx="528637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Связаны с потерей емкости или увеличением эквивалентного последовательного сопротивления (ESR) фильтрующих электролитов.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334125" y="4052887"/>
            <a:ext cx="528637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Симптомы: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компьютер не включается с первого раза, самопроизвольные перезагрузки под нагрузкой.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9875"/>
            <a:ext cx="5286375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09875"/>
            <a:ext cx="5286375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762000" y="571500"/>
            <a:ext cx="114014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ТИПИЧНЫЕ НЕИСПРАВНОСТИ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71500" y="571500"/>
            <a:ext cx="76200" cy="6762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866775" y="3105150"/>
            <a:ext cx="493061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BBF24"/>
                </a:solidFill>
                <a:latin typeface="Oswald"/>
                <a:ea typeface="Oswald"/>
                <a:cs typeface="Oswald"/>
                <a:sym typeface="Oswald"/>
              </a:rPr>
              <a:t>«ТИХИЙ» ОТКАЗ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66775" y="3552825"/>
            <a:ext cx="4695825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Перегорание предохранителя из-за пробоя диодного моста или силового транзистора (ключа). Требует тщательной проверки всей «горячей» части.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629400" y="3105150"/>
            <a:ext cx="493061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BBF24"/>
                </a:solidFill>
                <a:latin typeface="Oswald"/>
                <a:ea typeface="Oswald"/>
                <a:cs typeface="Oswald"/>
                <a:sym typeface="Oswald"/>
              </a:rPr>
              <a:t>ДЕЖУРНОЕ НАПРЯЖЕНИЕ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629400" y="3552825"/>
            <a:ext cx="46958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Отсутствие +5V Standby. Часто вызвано высыханием мелких конденсаторов в цепи питания ШИМ-контроллера дежурки.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762000" y="571500"/>
            <a:ext cx="114014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АЛГОРИТМ РЕМОНТА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71500" y="571500"/>
            <a:ext cx="76200" cy="6762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1500" y="3638550"/>
            <a:ext cx="11049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1727745" y="3400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07968" y="3819525"/>
            <a:ext cx="266830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ДИАГНОСТИКА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4267200"/>
            <a:ext cx="254124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Замеры напряжений и ESR.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4563665" y="3400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3343888" y="3819525"/>
            <a:ext cx="266830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ПАЙКА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3407419" y="4267200"/>
            <a:ext cx="254124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Замена дефектных компонентов.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7399585" y="3400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179808" y="3819525"/>
            <a:ext cx="266830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ПРОВЕРКА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243339" y="4267200"/>
            <a:ext cx="254124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Запуск через лампу без нагрузки.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10235505" y="3400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9015728" y="3819525"/>
            <a:ext cx="266830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НАГРУЗКА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079259" y="4267200"/>
            <a:ext cx="254124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Стресс-тест на резисторах.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28775"/>
            <a:ext cx="11049000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762000" y="571500"/>
            <a:ext cx="114014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ПУЛЬСАЦИИ ПОД НАГРУЗКОЙ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571500"/>
            <a:ext cx="76200" cy="6762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5491162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Амплитуда шума и пульсаций по линии +12V не должна превышать 120 мВ по стандарту ATX.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571500" y="571500"/>
            <a:ext cx="5200650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ФИНАЛЬНЫЙ ЗАПУСК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162877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После ремонта блок питания должен пройти проверку на электронной нагрузке или стенде.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2352675"/>
            <a:ext cx="4953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Важно убедиться, что вентилятор вращается свободно, а все напряжения остаются стабильными в течение 30-60 минут работы под 80% мощностью.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3705225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BBF24"/>
                </a:solidFill>
                <a:latin typeface="Montserrat"/>
                <a:ea typeface="Montserrat"/>
                <a:cs typeface="Montserrat"/>
                <a:sym typeface="Montserrat"/>
              </a:rPr>
              <a:t>ГАРАНТИЯ КАЧЕСТВА</a:t>
            </a:r>
            <a:endParaRPr/>
          </a:p>
        </p:txBody>
      </p:sp>
      <p:pic>
        <p:nvPicPr>
          <p:cNvPr id="219" name="Google Shape;21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4332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762000" y="571500"/>
            <a:ext cx="114014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ЗОЛОТЫЕ ПРАВИЛА МАСТЕРА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71500" y="571500"/>
            <a:ext cx="76200" cy="6762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571500" y="2490787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Разряжай конденсаторы: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используй резистор 1-2 кОм, никогда не короти отверткой.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3262312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Выбирай 105°C: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при замене электролитов используй только высокотемпературные серии (Low ESR).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4033837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Чисти вентилятор: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50% отказов БП начинаются с остановки или замедления охлаждения.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571500" y="4805362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Ищи «холодную пайку»: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Montserrat"/>
                <a:ea typeface="Montserrat"/>
                <a:cs typeface="Montserrat"/>
                <a:sym typeface="Montserrat"/>
              </a:rPr>
              <a:t> под воздействием вибраций и температур припой может трескаться.</a:t>
            </a:r>
            <a:endParaRPr/>
          </a:p>
        </p:txBody>
      </p:sp>
      <p:pic>
        <p:nvPicPr>
          <p:cNvPr id="231" name="Google Shape;23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4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956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671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387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Office PowerPoint</Application>
  <PresentationFormat>Широкоэкранный</PresentationFormat>
  <Paragraphs>68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Oswald</vt:lpstr>
      <vt:lpstr>Calibri</vt:lpstr>
      <vt:lpstr>Arial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aye</cp:lastModifiedBy>
  <cp:revision>1</cp:revision>
  <dcterms:modified xsi:type="dcterms:W3CDTF">2026-05-14T22:20:30Z</dcterms:modified>
</cp:coreProperties>
</file>