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11C888-F63D-81D6-45DB-213C9409C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61D981-74B2-E592-9740-AAE8EBEDB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091898-885C-0B98-F06F-4D65077E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407335-ECC9-C9E8-3E4D-9F544A0F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847EE5-17F7-69EC-EB34-0AE23F48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92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B2F11A-6833-5220-0556-D148A119E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4F345B-AB18-1BD5-8AAC-8ED0A616A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84AFB3-E59E-70AF-84AB-1C245B508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E4E8CC-6F05-E253-944E-3F52B6B0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B697AA-E802-5E2B-6567-37D4BB2C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248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D30FB5-1FB4-0C62-E873-9D65221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600AC1-1E9D-9985-831B-DFF026DF7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7CFFE6-4431-8A85-F184-DC74885F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0A81EB-B859-97FB-F712-58A0CB9AB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6FD5074-09C1-73D4-D314-7FAE7CCE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882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2BFBF-323C-2AAA-F1DC-361C226D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A08D87-1462-6912-E75A-580741C00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C57A262-ECB9-720B-434E-0A46FB0C7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0EFCE6D-2797-BF47-82D6-E85C53AB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020FB0A-77F4-1BEF-78EA-21C86EAA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7A00D7-3F85-CA9D-5ACD-92C3135C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2403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35FE75-BAA1-162A-B61B-2948EFCAC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6ABABDF-70B3-374E-49AB-3A7D0FA2E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65D298-6224-E54E-03E9-21373D457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C350F35-C5B2-0851-2539-C56408B743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C489BD5-007C-E841-5EEE-65152B7A41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4985795-4726-F6C6-A87E-5120F46EA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A9CC335-3C49-B0C5-270C-7B13AF576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706038-51C2-98D7-71E0-72B3A113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686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47D937-C1FC-1F66-3A1E-5BFCE18E9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D155FAE-4A47-23AA-A645-3AA68BF9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A5889A-7A39-DC18-A559-85B1FCA84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83DFE2-E766-82D5-D523-190C3CE07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270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ECE440E-2444-2A99-9AEB-2FF49CA6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D5D459D-DA64-101B-25E0-00E972F8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A43BD56-438A-81C5-CFE0-4A974655C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7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F1D85C-042D-7052-94E1-9293FEFBC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043012-CC57-B764-C3C0-71C4BF494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CA357BF-4149-3266-7A21-94E8F7803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904FD6-4D64-C312-C159-FFEA70CD5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42803F-DF16-5356-8FD9-0A4851B1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903216-8B06-F954-093D-BC9BE725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17F9C-30A4-57A4-1BE7-CAC66DA6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0F85D46-0769-D381-3789-E2FA737B84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3F8FD1-23BA-3CB8-0F1A-11D267CD4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1288248-2152-1028-B949-86ADEEE14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8ECED9-D3B0-26B8-1CC0-CA558CB99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39FF16-9F9C-7304-8D05-9FA1D8E0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999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43C38-B62E-B265-D4E2-0EDC94FB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CD75FD2-E69F-F75C-A4A1-04845FB7F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3910E1-B3FD-65F1-6794-B9F9875C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16E53D-CC4F-F2AF-93F8-FDF6384AE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781069-3580-3A7A-83C8-B78480DF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22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2C4CAB0-7FA5-FE2D-6B19-0428D2E39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BEBB0E2-670C-6D2F-74A7-08E157D65F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8A90D8-9929-10D5-C68C-24AFE44B5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E0D0C4-CA83-D2AF-2AE9-061F9055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F78BE3-BFA0-D97B-0690-887D9DF41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5590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99AA-64B6-B2C0-B8A3-18AF25683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2D8384-CC5E-54E2-DC7E-E99F93812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B7BB72-26A0-54EB-A273-B49EF25E16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CD0BE-4FE0-4CD6-9A11-D5B6F434D11B}" type="datetimeFigureOut">
              <a:rPr lang="ru-RU" smtClean="0"/>
              <a:t>15.05.2026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FA9C16-313F-BA1F-822C-731764E90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E9CA61-EFD5-A6AA-C84C-B5CD206280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A8F62-5D32-4384-B4DF-E4C908BB39A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30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1D0FE6-40C5-96D8-2AAE-5DC89F4EDC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err="1"/>
              <a:t>выфвыфвф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557372C-0D93-DDE0-3916-AB814BD548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35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DD018B-9216-4980-0DE6-5233BF2D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аа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F42AE4-D98A-294E-D65B-E56E0454A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ппав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135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FEE00-8ED4-B3B5-B9C4-0D5A43FB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86F5C4-D854-5A23-28E3-BC784F83E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2339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Широкоэкранный</PresentationFormat>
  <Paragraphs>4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выфвыфвф</vt:lpstr>
      <vt:lpstr>аа</vt:lpstr>
      <vt:lpstr>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</dc:creator>
  <cp:lastModifiedBy>aye</cp:lastModifiedBy>
  <cp:revision>1</cp:revision>
  <dcterms:created xsi:type="dcterms:W3CDTF">2026-05-14T21:27:22Z</dcterms:created>
  <dcterms:modified xsi:type="dcterms:W3CDTF">2026-05-14T21:27:36Z</dcterms:modified>
</cp:coreProperties>
</file>