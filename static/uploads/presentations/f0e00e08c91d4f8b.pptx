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ExtraBold" panose="020B0604020202020204" charset="0"/>
      <p:bold r:id="rId18"/>
      <p:boldItalic r:id="rId19"/>
    </p:embeddedFont>
    <p:embeddedFont>
      <p:font typeface="Roboto Mono" panose="020F050202020403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9F3452-F339-4BFA-972A-D6ABCB4E0640}">
  <a:tblStyle styleId="{B49F3452-F339-4BFA-972A-D6ABCB4E06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07740" y="-67434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81025"/>
            <a:ext cx="1102995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1846064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Диагностика аппаратных неисправностей ПК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773685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Современные инструменты, алгоритмы и лучшие практики профессионального ремонта компьютерных систем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10000" y="470713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Версия 2024.1 | Техническое обслуживание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581025"/>
            <a:ext cx="1102995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347912" y="3874740"/>
            <a:ext cx="74961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От простого к сложному: методология исключения и верификации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00538" y="2617440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ГЛАВА 1: СТРАТЕГИЯ ПОИСКА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66950"/>
            <a:ext cx="34861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266950"/>
            <a:ext cx="34861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4825" y="2266950"/>
            <a:ext cx="34861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3409950"/>
            <a:ext cx="284035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Визуальный осмотр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382905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Первичная проверка компонентов на наличие физических повреждений, гари и коррозии.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4743450" y="3409950"/>
            <a:ext cx="284035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Аппаратные тесты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743450" y="382905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Применение POST-карт, осциллографов и мультиметров для проверки сигналов и напряжений.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15350" y="3409950"/>
            <a:ext cx="284035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Программное ПО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15350" y="382905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Использование диагностических утилит (AIDA64, MemTest) в рабочей среде или UEFI.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7051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43450" y="2705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15350" y="27051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ТРИ УРОВНЯ ДИАГНОСТИКИ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94786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81025" y="27098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Критические точки проверки: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32051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Вздутые электролитические конденсаторы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81025" y="3652837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Изменение цвета текстолита (перегрев)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410051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Повреждение контактов сокета процессора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4548187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Пыль в разъемах ОЗУ и PCI-E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57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05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52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6005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ВИЗУАЛЬНАЯ ИНСПЕКЦИЯ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1E4B36B0-96B0-1B29-5BCD-0CA5A08AA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62112"/>
            <a:ext cx="5715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643187"/>
            <a:ext cx="522922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643187"/>
            <a:ext cx="5229225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71550" y="3033712"/>
            <a:ext cx="46705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Power-On Self-Test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71550" y="3452812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Процедура самотестирования, запускаемая BIOS/UEFI сразу после включения питания. Проверяет CPU, RAM и видеоподсистему до загрузки ОС.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72275" y="3033712"/>
            <a:ext cx="46705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Сигналы ошибок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72275" y="3452812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Beep Codes: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Звуковые сигналы через спикер.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Q-LED: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Световые индикаторы на плате.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Hex Codes: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Шестнадцатеричные коды на POST-картах.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АЛГОРИТМ POST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81025" y="2700337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Профессиональный инструмент для отладки систем, которые «не стартуют». Карта перехватывает диагностические сообщения, отправляемые BIOS в порт 80h.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81025" y="411003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Позволяет точно определить, на каком этапе (инициализация памяти, процессора или графики) происходит сбой.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81025" y="1852612"/>
            <a:ext cx="519064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POST-КАРТЫ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28750"/>
            <a:ext cx="1102995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81025" y="460533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 Программные методы показывают наивысшую точность при выявлении скрытых дефектов памяти и накопителей.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ЭФФЕКТИВНОСТЬ МЕТОДОВ ОБНАРУЖЕНИЯ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0637" y="19478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6381750" y="28622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40% Перегрев и пыль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381750" y="33575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30% Проблемы с питанием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381750" y="38528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20% Дефекты памяти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381750" y="43481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10% Прочее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ПРИЧИНЫ АППАРАТНЫХ ОТКАЗОВ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21"/>
          <p:cNvGraphicFramePr/>
          <p:nvPr/>
        </p:nvGraphicFramePr>
        <p:xfrm>
          <a:off x="581025" y="24907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{B49F3452-F339-4BFA-972A-D6ABCB4E0640}</a:tableStyleId>
              </a:tblPr>
              <a:tblGrid>
                <a:gridCol w="294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Программа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Назначение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Ключевой показатель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AIDA64 Extreme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Стресс-тестирование системы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Троттлинг процессора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MemTest86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Глубокая проверка ОЗУ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Ошибки адресации (Bit Flips)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Victoria / CrystalDisk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Диагностика накопителей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S.M.A.R.T. и битые сектора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HWInfo64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Мониторинг сенсоров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Вольтаж и температуры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5" name="Google Shape;175;p21"/>
          <p:cNvSpPr/>
          <p:nvPr/>
        </p:nvSpPr>
        <p:spPr>
          <a:xfrm>
            <a:off x="581025" y="3052762"/>
            <a:ext cx="294917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3530203" y="3052762"/>
            <a:ext cx="414352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7673726" y="3052762"/>
            <a:ext cx="393724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81025" y="3648075"/>
            <a:ext cx="29491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530203" y="3648075"/>
            <a:ext cx="41435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7673726" y="3648075"/>
            <a:ext cx="3937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81025" y="4229100"/>
            <a:ext cx="29491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530203" y="4229100"/>
            <a:ext cx="41435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7673726" y="4229100"/>
            <a:ext cx="3937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81025" y="4810125"/>
            <a:ext cx="29491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530203" y="4810125"/>
            <a:ext cx="41435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7673726" y="4810125"/>
            <a:ext cx="3937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81025" y="5391150"/>
            <a:ext cx="29491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530203" y="5391150"/>
            <a:ext cx="41435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7673726" y="5391150"/>
            <a:ext cx="3937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ДИАГНОСТИЧЕСКОЕ ПО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5865" y="34528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795" y="34528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726" y="34528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3656" y="34528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9587" y="34528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581025" y="4071937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581025" y="4119562"/>
            <a:ext cx="220593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Опрос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Сбор анамнеза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2786955" y="4119562"/>
            <a:ext cx="220593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Осмотр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Физический чек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4992885" y="4119562"/>
            <a:ext cx="220593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Питание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Замер вольтажа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198816" y="4119562"/>
            <a:ext cx="220593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Тесты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POST и Soft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9404746" y="4119562"/>
            <a:ext cx="220593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Вердикт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Замена/Ремонт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71525" y="581025"/>
            <a:ext cx="113814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АЛГОРИТМ ДИАГНОСТИКИ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81025" y="581025"/>
            <a:ext cx="57150" cy="4667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581025" y="2020341"/>
            <a:ext cx="11029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22D3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100%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305276" y="3163341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Готовность системы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2286000" y="391581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Профессиональная диагностика — это не поиск виноватого, а нахождение решения, которое продлит жизнь технике.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Широкоэкранный</PresentationFormat>
  <Paragraphs>58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Inter</vt:lpstr>
      <vt:lpstr>Roboto Mono</vt:lpstr>
      <vt:lpstr>Inter ExtraBold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aye</cp:lastModifiedBy>
  <cp:revision>1</cp:revision>
  <dcterms:modified xsi:type="dcterms:W3CDTF">2026-05-14T22:18:06Z</dcterms:modified>
</cp:coreProperties>
</file>